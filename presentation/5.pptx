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739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1638697"/>
            <a:ext cx="6296860" cy="285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Offline-First · Zero-Knowledge · Peer-to-Peer Finance Ecosystem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5233360" y="4739481"/>
            <a:ext cx="6296860" cy="124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semester VII major project in Information Technology — redefining how financial data is stored, shared, and secured. No cloud. No exposure. No compromise.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[Student Name] · [Enrollment Number] · Semester VII · Information Technology · [College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485775"/>
            <a:ext cx="113443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0691" y="535384"/>
            <a:ext cx="154559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803275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Finance Is Broken by Design</a:t>
            </a:r>
            <a:endParaRPr lang="en-US" sz="3250" dirty="0"/>
          </a:p>
        </p:txBody>
      </p:sp>
      <p:sp>
        <p:nvSpPr>
          <p:cNvPr id="7" name="Text 4"/>
          <p:cNvSpPr/>
          <p:nvPr/>
        </p:nvSpPr>
        <p:spPr>
          <a:xfrm>
            <a:off x="661475" y="1568053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transaction you make today is stored on someone else's server, exposed to breaches, and dependent on a connection you may not have. The infrastructure is fragile — and your data pays the price.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61475" y="2547938"/>
            <a:ext cx="6296860" cy="3824288"/>
          </a:xfrm>
          <a:prstGeom prst="roundRect">
            <a:avLst>
              <a:gd name="adj" fmla="val 181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7825" y="2554288"/>
            <a:ext cx="6284160" cy="952897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0" name="Text 7"/>
          <p:cNvSpPr/>
          <p:nvPr/>
        </p:nvSpPr>
        <p:spPr>
          <a:xfrm>
            <a:off x="833119" y="2719586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Dependency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3119" y="3077270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transaction requires internet. No connectivity means no commerce.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825" y="3507184"/>
            <a:ext cx="6284160" cy="952897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3507184"/>
            <a:ext cx="6284160" cy="19050"/>
          </a:xfrm>
          <a:prstGeom prst="roundRect">
            <a:avLst>
              <a:gd name="adj" fmla="val 364642"/>
            </a:avLst>
          </a:prstGeom>
          <a:solidFill>
            <a:srgbClr val="56565B"/>
          </a:solidFill>
          <a:ln/>
        </p:spPr>
      </p:sp>
      <p:sp>
        <p:nvSpPr>
          <p:cNvPr id="14" name="Text 11"/>
          <p:cNvSpPr/>
          <p:nvPr/>
        </p:nvSpPr>
        <p:spPr>
          <a:xfrm>
            <a:off x="833119" y="3672483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 Exposure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3119" y="4030166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 databases are single points of failure. Breaches are inevitable.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67825" y="4460081"/>
            <a:ext cx="6284160" cy="952897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825" y="4460081"/>
            <a:ext cx="6284160" cy="19050"/>
          </a:xfrm>
          <a:prstGeom prst="roundRect">
            <a:avLst>
              <a:gd name="adj" fmla="val 364642"/>
            </a:avLst>
          </a:prstGeom>
          <a:solidFill>
            <a:srgbClr val="56565B"/>
          </a:solidFill>
          <a:ln/>
        </p:spPr>
      </p:sp>
      <p:sp>
        <p:nvSpPr>
          <p:cNvPr id="18" name="Text 15"/>
          <p:cNvSpPr/>
          <p:nvPr/>
        </p:nvSpPr>
        <p:spPr>
          <a:xfrm>
            <a:off x="833119" y="4625380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Recurring Costs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3119" y="4983063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Monthly POS subscriptions and server fees burden small merchants.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67825" y="5412978"/>
            <a:ext cx="6284160" cy="952897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21" name="Shape 18"/>
          <p:cNvSpPr/>
          <p:nvPr/>
        </p:nvSpPr>
        <p:spPr>
          <a:xfrm>
            <a:off x="667825" y="5412978"/>
            <a:ext cx="6284160" cy="19050"/>
          </a:xfrm>
          <a:prstGeom prst="roundRect">
            <a:avLst>
              <a:gd name="adj" fmla="val 364642"/>
            </a:avLst>
          </a:prstGeom>
          <a:solidFill>
            <a:srgbClr val="56565B"/>
          </a:solidFill>
          <a:ln/>
        </p:spPr>
      </p:sp>
      <p:sp>
        <p:nvSpPr>
          <p:cNvPr id="22" name="Text 19"/>
          <p:cNvSpPr/>
          <p:nvPr/>
        </p:nvSpPr>
        <p:spPr>
          <a:xfrm>
            <a:off x="833119" y="557827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Breaches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3119" y="5935960"/>
            <a:ext cx="59535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Financial records on third-party servers are permanently at risk.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222" y="111621"/>
            <a:ext cx="4423061" cy="66347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523280"/>
            <a:ext cx="1046236" cy="226219"/>
          </a:xfrm>
          <a:prstGeom prst="roundRect">
            <a:avLst>
              <a:gd name="adj" fmla="val 22109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0769" y="567928"/>
            <a:ext cx="1477231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803077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Three Apps. One Ecosystem. Zero Compromise.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61475" y="1934270"/>
            <a:ext cx="629686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 is not a single application — it is a coordinated ecosystem of three purpose-built tools, each designed to operate entirely offline, communicate peer-to-peer, and never expose your data to a central authority.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63639"/>
            <a:ext cx="6296860" cy="11010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5547" y="2931517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05547" y="3244354"/>
            <a:ext cx="588491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consumer wallet. Track expenses, claim coupons, generate invoices, and manage your financial life — all locally, all privately.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98615"/>
            <a:ext cx="6296860" cy="11010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5547" y="4166493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 Shop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905547" y="4479330"/>
            <a:ext cx="588491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merchant terminal. Accept payments, manage inventory, issue QR invoices, and sync offline — with zero monthly fees.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233591"/>
            <a:ext cx="6296860" cy="11010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5547" y="5401469"/>
            <a:ext cx="588491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 Radar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05547" y="5714305"/>
            <a:ext cx="588491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discovery layer. Find nearby offers, validate coupons, and connect to merchants through encrypted peer-to-peer signals.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6049"/>
            <a:ext cx="850085" cy="176014"/>
          </a:xfrm>
          <a:prstGeom prst="roundRect">
            <a:avLst>
              <a:gd name="adj" fmla="val 22101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0926" y="650776"/>
            <a:ext cx="1320767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824409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Layered Like Silicon. Secured Like a Vault.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307703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Spendly's architecture is modeled after the precision of Apple's silicon stack — each layer has a singular responsibility, communicates through clean interfaces, and operates independently. The result is a system that is fast, resilient, and impossible to compromise from the outside.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797" y="1713706"/>
            <a:ext cx="7608102" cy="42796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56682" y="6084391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layer is independently replaceable. The system degrades gracefully — even with all external services offline, core financial functions remain fully operational.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91915"/>
            <a:ext cx="959620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241524"/>
            <a:ext cx="137077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0941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From Discovery to Analytics — In Seconds.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7419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Spendly's transaction flow eliminates every unnecessary step. A customer discovers an offer, claims it, scans a barcode, and receives a validated invoice — all without internet, all without exposing personal data to any server.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89461"/>
            <a:ext cx="3512653" cy="12556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317380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Offer Discovery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3531493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Radar detects nearby merchant offers via peer-to-peer signal.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989461"/>
            <a:ext cx="3512752" cy="12556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964" y="3173809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Coupon Claim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99964" y="3531493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claims offer locally — no server round-trip required.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989461"/>
            <a:ext cx="3512653" cy="12556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8010" y="3173809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Barcode Scan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78010" y="3531493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lookup and price validation happen on-device.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10373"/>
            <a:ext cx="3512653" cy="12556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2017" y="459472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Invoice Generation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22017" y="4952405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Encrypted invoice created and shared peer-to-peer instantly.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422" y="4410373"/>
            <a:ext cx="3512752" cy="12556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9964" y="4594721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Expense Analytics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599964" y="4952405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savings and spending insights, computed locally.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58416"/>
            <a:ext cx="1119259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508026"/>
            <a:ext cx="1530411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759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Every Technology Chosen With Intent.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540695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Spendly's stack is not a collection of popular tools — it is a deliberate assembly of technologies that share a single philosophy: operate at the edge, respect privacy, and never depend on a central authority. Each component was selected for its offline-first capabilities, security guarantees, or peer-to-peer architecture.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3520579"/>
            <a:ext cx="5470785" cy="1878905"/>
          </a:xfrm>
          <a:prstGeom prst="roundRect">
            <a:avLst>
              <a:gd name="adj" fmla="val 6338"/>
            </a:avLst>
          </a:prstGeom>
          <a:solidFill>
            <a:srgbClr val="141415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368587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4109641"/>
            <a:ext cx="514019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— component-driven UI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PWA — installable, offline shell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WebAuthn — passwordless biometric auth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368587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Stack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4109641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Database: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IndexedDB + Dexie.js — encrypted local storage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Networking: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WebRTC + PeerJS — direct device-to-device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Edge: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Cloudflare Workers + KV — optional sync layer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Security: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AES-256-GCM — authenticated encryption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054" y="105370"/>
            <a:ext cx="4431395" cy="66472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740668"/>
            <a:ext cx="721600" cy="213717"/>
          </a:xfrm>
          <a:prstGeom prst="roundRect">
            <a:avLst>
              <a:gd name="adj" fmla="val 22102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5809" y="782836"/>
            <a:ext cx="1162517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61475" y="1002109"/>
            <a:ext cx="6296860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Your Data Never Leaves Your Device.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661475" y="1620540"/>
            <a:ext cx="6296860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 implements a zero-knowledge architecture by design. The server knows nothing about your transactions, your balance, or your identity. Every piece of financial data is encrypted with AES-256-GCM before it is written to storage — and the decryption key never leaves your secure enclave.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61475" y="2587129"/>
            <a:ext cx="6296860" cy="792956"/>
          </a:xfrm>
          <a:prstGeom prst="roundRect">
            <a:avLst>
              <a:gd name="adj" fmla="val 744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8315" y="2733973"/>
            <a:ext cx="60031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Zero-Knowledge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8315" y="3025180"/>
            <a:ext cx="600318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server ever sees your financial data. Not in transit. Not at rest.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1475" y="3499545"/>
            <a:ext cx="6296860" cy="792956"/>
          </a:xfrm>
          <a:prstGeom prst="roundRect">
            <a:avLst>
              <a:gd name="adj" fmla="val 744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8315" y="3646388"/>
            <a:ext cx="60031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Offline-First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8315" y="3937595"/>
            <a:ext cx="600318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operations execute locally. Connectivity is optional, not required.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4411960"/>
            <a:ext cx="6296860" cy="792956"/>
          </a:xfrm>
          <a:prstGeom prst="roundRect">
            <a:avLst>
              <a:gd name="adj" fmla="val 744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8315" y="4558804"/>
            <a:ext cx="60031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WebAuthn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08315" y="4850011"/>
            <a:ext cx="600318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Biometric authentication replaces passwords. Your face is your key.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1475" y="5324376"/>
            <a:ext cx="6296860" cy="792956"/>
          </a:xfrm>
          <a:prstGeom prst="roundRect">
            <a:avLst>
              <a:gd name="adj" fmla="val 7446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8315" y="5471220"/>
            <a:ext cx="600318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AES-256-GCM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8315" y="5762427"/>
            <a:ext cx="600318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Military-grade authenticated encryption for every stored record.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1820" y="92968"/>
            <a:ext cx="4447865" cy="66719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567928"/>
            <a:ext cx="648974" cy="188516"/>
          </a:xfrm>
          <a:prstGeom prst="roundRect">
            <a:avLst>
              <a:gd name="adj" fmla="val 22109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5887" y="605135"/>
            <a:ext cx="1109734" cy="11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61475" y="793651"/>
            <a:ext cx="6296860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Everything a Modern Finance Ecosystem Demands.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61475" y="1708448"/>
            <a:ext cx="629686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 delivers a complete financial toolkit — for consumers and merchants alike. Every feature operates without internet, without a subscription, and without exposing your data to third parties. This is what finance looks like when it is built for the real world.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33923"/>
            <a:ext cx="310051" cy="3100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1475" y="2760266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Expense Tracking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1475" y="3009801"/>
            <a:ext cx="62968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categorization and spending insights, computed entirely on-device.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69469"/>
            <a:ext cx="310051" cy="3100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3795812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Merchant Billing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61475" y="4045347"/>
            <a:ext cx="62968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Generate, sign, and share encrypted invoices without any POS hardware.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05015"/>
            <a:ext cx="310051" cy="3100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4831358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Cash Wallet + EMI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61475" y="5080893"/>
            <a:ext cx="62968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cash balances, set EMI alerts, and manage payment schedules offline.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440561"/>
            <a:ext cx="310051" cy="31005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61475" y="5866904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QR Invoice + Offline Sync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61475" y="6116439"/>
            <a:ext cx="629686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Share invoices via QR. Sync peer-to-peer when connectivity is available.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87128"/>
            <a:ext cx="1841454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836738"/>
            <a:ext cx="225260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ADVANTAGES ·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10462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Built for Today. Designed for Tomorrow.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542415" y="2869406"/>
            <a:ext cx="5470785" cy="2201366"/>
          </a:xfrm>
          <a:prstGeom prst="roundRect">
            <a:avLst>
              <a:gd name="adj" fmla="val 5409"/>
            </a:avLst>
          </a:prstGeom>
          <a:solidFill>
            <a:srgbClr val="141415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7710" y="303470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Core Advantages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3458468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Offline-First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fully functional without internet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Zero Server Cost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 monthly POS or cloud fees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Privacy by Default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zero-knowledge architecture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Fast Billing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local computation, no latency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P2P Communication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direct, encrypted device links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03470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458468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AI Insights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on-device spending intelligence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Voice Billing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hands-free merchant transactions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UPI + NFC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native payment rail integration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GST Compliance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automated tax invoice generation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Multi-Store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unified merchant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123924"/>
            <a:ext cx="4406591" cy="6610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75953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Spendly.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2040731"/>
            <a:ext cx="629686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Privacy. Innovation. Offline-First Finance.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61475" y="3715147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 is more than a capstone project — it is a statement about what financial technology should be. Local-first. Zero-knowledge. Peer-to-peer. Built for a world where connectivity is unreliable, privacy is non-negotiable, and small merchants deserve enterprise-grade tools without enterprise-grade costs.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940598"/>
            <a:ext cx="6315909" cy="660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868" y="4959648"/>
            <a:ext cx="60934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4868" y="5317331"/>
            <a:ext cx="60934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 are welcome. The Spendly ecosystem is open for discussion.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2026-07-23T16:25:20Z</dcterms:created>
  <dcterms:modified xsi:type="dcterms:W3CDTF">2026-07-23T16:25:20Z</dcterms:modified>
</cp:coreProperties>
</file>