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oppins ExtraLight"/>
      <p:regular r:id="rId201314"/>
    </p:embeddedFont>
    <p:embeddedFont>
      <p:font typeface="Poppins Thin"/>
      <p:regular r:id="rId201315"/>
    </p:embeddedFont>
    <p:embeddedFont>
      <p:font typeface="Poppins Light"/>
      <p:regular r:id="rId201316"/>
    </p:embeddedFont>
    <p:embeddedFont>
      <p:font typeface="Poppins SemiBold"/>
      <p:regular r:id="rId201317"/>
    </p:embeddedFont>
    <p:embeddedFont>
      <p:font typeface="Poppins Bold"/>
      <p:regular r:id="rId201318"/>
    </p:embeddedFont>
    <p:embeddedFont>
      <p:font typeface="Poppins ExtraBold"/>
      <p:regular r:id="rId201319"/>
    </p:embeddedFont>
    <p:embeddedFont>
      <p:font typeface="Poppins Black"/>
      <p:regular r:id="rId201320"/>
    </p:embeddedFont>
    <p:embeddedFont>
      <p:font typeface="Poppins"/>
      <p:regular r:id="rId201321"/>
    </p:embeddedFont>
    <p:embeddedFont>
      <p:font typeface="Poppins Medium"/>
      <p:regular r:id="rId201322"/>
    </p:embeddedFont>
    <p:embeddedFont>
      <p:font typeface="Roboto Light"/>
      <p:regular r:id="rId201323"/>
    </p:embeddedFont>
    <p:embeddedFont>
      <p:font typeface="Roboto"/>
      <p:regular r:id="rId201324"/>
    </p:embeddedFont>
    <p:embeddedFont>
      <p:font typeface="Roboto Thin"/>
      <p:regular r:id="rId201325"/>
    </p:embeddedFont>
    <p:embeddedFont>
      <p:font typeface="Roboto ExtraLight"/>
      <p:regular r:id="rId201326"/>
    </p:embeddedFont>
    <p:embeddedFont>
      <p:font typeface="Roboto Medium"/>
      <p:regular r:id="rId201327"/>
    </p:embeddedFont>
    <p:embeddedFont>
      <p:font typeface="Roboto SemiBold"/>
      <p:regular r:id="rId201328"/>
    </p:embeddedFont>
    <p:embeddedFont>
      <p:font typeface="Roboto Bold"/>
      <p:regular r:id="rId201329"/>
    </p:embeddedFont>
    <p:embeddedFont>
      <p:font typeface="Roboto ExtraBold"/>
      <p:regular r:id="rId201330"/>
    </p:embeddedFont>
    <p:embeddedFont>
      <p:font typeface="Roboto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65759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Spendly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139877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Offline-First · Zero-Knowledge · Peer-to-Peer Finance Ecosystem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702149"/>
            <a:ext cx="6296860" cy="25400"/>
          </a:xfrm>
          <a:prstGeom prst="roundRect">
            <a:avLst>
              <a:gd name="adj" fmla="val 5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3987403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Semester VII · Information Technology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Student Name · Enrollment Number · College Name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28253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Problem Is Everywhere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1475" y="1335088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Modern finance systems are fragile by design — exposing users to privacy breaches, downtime, and dependency.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61475" y="1964134"/>
            <a:ext cx="6296860" cy="1142305"/>
          </a:xfrm>
          <a:prstGeom prst="roundRect">
            <a:avLst>
              <a:gd name="adj" fmla="val 5907"/>
            </a:avLst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8456" y="2131120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Privacy at Risk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8456" y="2463998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Centralized databases create single points of failure — one breach exposes everything.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61475" y="3242965"/>
            <a:ext cx="6296860" cy="904577"/>
          </a:xfrm>
          <a:prstGeom prst="roundRect">
            <a:avLst>
              <a:gd name="adj" fmla="val 7460"/>
            </a:avLst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8456" y="3409950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Always Online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8456" y="3742829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Cloud dependency means no service in low-connectivity or offline environments.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61475" y="4284067"/>
            <a:ext cx="6296860" cy="904577"/>
          </a:xfrm>
          <a:prstGeom prst="roundRect">
            <a:avLst>
              <a:gd name="adj" fmla="val 7460"/>
            </a:avLst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8456" y="4451052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Recurring Costs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28456" y="4783931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Monthly POS subscriptions burden small merchants with unnecessary overhead.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1475" y="5325170"/>
            <a:ext cx="6296860" cy="904577"/>
          </a:xfrm>
          <a:prstGeom prst="roundRect">
            <a:avLst>
              <a:gd name="adj" fmla="val 7460"/>
            </a:avLst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8456" y="5492155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Breaches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28456" y="5825034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Centralized storage is a permanent target — financial data is never truly safe.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84795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Introducing Spendly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5233360" y="1401862"/>
            <a:ext cx="690644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Three applications. One ecosystem. Zero compromise.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873845"/>
            <a:ext cx="6296860" cy="13527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39840" y="2078732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Spendly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539840" y="2461518"/>
            <a:ext cx="57854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consumer app. Offline-first expense tracking, encrypted local storage, and peer-to-peer merchant communication — no internet required.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397151"/>
            <a:ext cx="6296860" cy="13527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39840" y="3602038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Spendly Shop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5539840" y="3984823"/>
            <a:ext cx="57854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merchant terminal. Inventory management, QR invoicing, cash wallet, and EMI alerts — all running locally on-device.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920456"/>
            <a:ext cx="6296860" cy="13527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39840" y="5125343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Spendly Radar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5539840" y="5508129"/>
            <a:ext cx="57854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discovery layer. Real-time offer detection, coupon validation, and proximity-based deal sharing between peers.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System Architecture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57424"/>
            <a:ext cx="4704141" cy="4704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2154238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Every Layer, Purpose-Built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309659" y="2573040"/>
            <a:ext cx="522691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Spendly's architecture is an exploded stack of transparent, independent layers — each chosen for resilience, privacy, and performance.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09659" y="3486448"/>
            <a:ext cx="5226911" cy="2077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React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Component-driven, responsive UI layer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IndexedDB + Dexie.js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Encrypted offline-first local database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WebRTC + PeerJS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Direct device-to-device communication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Cloudflare Workers + KV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Minimal edge serverless functions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WebAuthn + AES-256-GCM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Hardware-backed biometric security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PWA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Installable, works without internet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619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How It Works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7486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370733"/>
            <a:ext cx="3496877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515989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Offer Discovery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924671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Spendly Radar detects nearby merchant offers via peer-to-peer proximity.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47359" y="207486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370733"/>
            <a:ext cx="3496877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9" name="Text 7"/>
          <p:cNvSpPr/>
          <p:nvPr/>
        </p:nvSpPr>
        <p:spPr>
          <a:xfrm>
            <a:off x="4347359" y="2515989"/>
            <a:ext cx="349687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Coupon Claim &amp; Barcode Scan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47359" y="3219946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User claims offer; barcode scanned for product lookup and validation.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33244" y="207486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2370733"/>
            <a:ext cx="3496877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3" name="Text 11"/>
          <p:cNvSpPr/>
          <p:nvPr/>
        </p:nvSpPr>
        <p:spPr>
          <a:xfrm>
            <a:off x="8033244" y="2515989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Offer Validation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33244" y="2924671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Zero-knowledge proof verifies eligibility without exposing user data.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415548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4451350"/>
            <a:ext cx="5339820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4596606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Invoice Generation &amp; Sharing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61475" y="5005288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Encrypted invoice created locally and shared peer-to-peer instantly.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190301" y="415548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90301" y="4451350"/>
            <a:ext cx="5339820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301" y="4596606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Expense Saving &amp; Analytics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190301" y="5005288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Transaction logged offline; analytics generated on-device with full privacy.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6617"/>
            <a:ext cx="10868745" cy="52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Technology Stack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541" y="2036862"/>
            <a:ext cx="6229393" cy="35300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8022" y="1450777"/>
            <a:ext cx="3538449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Frontend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998022" y="1860748"/>
            <a:ext cx="41480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React · PWA · Responsive UI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98022" y="2261691"/>
            <a:ext cx="3538449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Backend &amp; Edge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98022" y="2671663"/>
            <a:ext cx="41480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Cloudflare Workers · KV Storage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98022" y="3072606"/>
            <a:ext cx="3538449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Networking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98022" y="3482578"/>
            <a:ext cx="41480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WebRTC · PeerJS · Offline Sync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98022" y="3883521"/>
            <a:ext cx="3538449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998022" y="4293493"/>
            <a:ext cx="41480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IndexedDB · Dexie.js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98022" y="4694436"/>
            <a:ext cx="3538449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998022" y="5104408"/>
            <a:ext cx="41480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WebAuthn · AES-256-GCM · Secure Enclave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98022" y="5505351"/>
            <a:ext cx="3538449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998022" y="5915323"/>
            <a:ext cx="41480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Installable PWA · Zero Server Infrastructure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42963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Security by Design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1496814"/>
            <a:ext cx="62968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Spendly's security model is not a feature — it is the foundation. Every transaction, every record, every authentication event is designed to never leave the device unless explicitly intended.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61475" y="2068215"/>
            <a:ext cx="6296860" cy="1059259"/>
          </a:xfrm>
          <a:prstGeom prst="roundRect">
            <a:avLst>
              <a:gd name="adj" fmla="val 5996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9030" y="2225774"/>
            <a:ext cx="59817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Zero-Knowledge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9030" y="2534543"/>
            <a:ext cx="598174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 server ever sees your financial data. Proofs are verified without revealing underlying information.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61475" y="3248422"/>
            <a:ext cx="6296860" cy="841573"/>
          </a:xfrm>
          <a:prstGeom prst="roundRect">
            <a:avLst>
              <a:gd name="adj" fmla="val 7547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9030" y="3405981"/>
            <a:ext cx="59817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Offline-First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19030" y="3714750"/>
            <a:ext cx="598174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All data resides in IndexedDB — encrypted, local, and inaccessible to external threats.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1475" y="4210943"/>
            <a:ext cx="6296860" cy="841573"/>
          </a:xfrm>
          <a:prstGeom prst="roundRect">
            <a:avLst>
              <a:gd name="adj" fmla="val 7547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9030" y="4368502"/>
            <a:ext cx="59817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WebAuthn + Biometric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19030" y="4677271"/>
            <a:ext cx="598174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Hardware-backed authentication via fingerprint or face — no passwords, no replay attacks.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1475" y="5173464"/>
            <a:ext cx="6296860" cy="841573"/>
          </a:xfrm>
          <a:prstGeom prst="roundRect">
            <a:avLst>
              <a:gd name="adj" fmla="val 7547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9030" y="5331023"/>
            <a:ext cx="59817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AES-256-GCM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19030" y="5639792"/>
            <a:ext cx="598174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Military-grade encryption applied to every stored record and peer-to-peer transmission.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39465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Features</a:t>
            </a:r>
            <a:endParaRPr lang="en-US" sz="3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56531"/>
            <a:ext cx="359064" cy="3590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3754" y="1518245"/>
            <a:ext cx="572458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Expense Tracking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1233754" y="1901031"/>
            <a:ext cx="572458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Real-time categorization and spending insights — all processed on-device.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802334"/>
            <a:ext cx="359064" cy="35907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33754" y="2864048"/>
            <a:ext cx="572458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Merchant Billing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1233754" y="3246834"/>
            <a:ext cx="572458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Instant QR invoice generation with offline capability and peer delivery.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868043"/>
            <a:ext cx="359064" cy="3590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33754" y="3929757"/>
            <a:ext cx="572458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Inventory &amp; Cash Wallet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1233754" y="4312543"/>
            <a:ext cx="572458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Stock management and digital cash ledger for merchants — no internet needed.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213846"/>
            <a:ext cx="359064" cy="35907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3754" y="5275560"/>
            <a:ext cx="572458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EMI Alerts &amp; Analytics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1233754" y="5658346"/>
            <a:ext cx="572458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Automated payment reminders and on-device financial analytics with full privacy.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799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Advantages &amp; Future Scope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1852116"/>
            <a:ext cx="5476043" cy="4027884"/>
          </a:xfrm>
          <a:prstGeom prst="roundRect">
            <a:avLst>
              <a:gd name="adj" fmla="val 3379"/>
            </a:avLst>
          </a:prstGeom>
          <a:solidFill>
            <a:srgbClr val="F2F2F3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041128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Core Advantages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2525415"/>
            <a:ext cx="5098029" cy="328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Offline-First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Fully functional without internet connectivity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Zero Server Cost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No infrastructure, no subscriptions, no overhead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Privacy-First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Zero-knowledge architecture protects every user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Fast Billing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Instant peer-to-peer invoice exchange via WebRTC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P2P Communication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Direct device-to-device, no intermediaries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204112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Future Scope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2525415"/>
            <a:ext cx="5203794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 Insights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On-device spending pattern intelligence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Voice Billing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Natural language transaction commands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UPI &amp; NFC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Native payment rail integration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GST Compliance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Automated tax invoice generation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Multi-Store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Merchant network management at scale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0818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Spendly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88230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finance ecosystem built for the world as it is — not as we wish it to be. Offline. Private. Peer-to-peer.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746996"/>
            <a:ext cx="6296860" cy="25400"/>
          </a:xfrm>
          <a:prstGeom prst="roundRect">
            <a:avLst>
              <a:gd name="adj" fmla="val 5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4032250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Thank You · Questions Welcome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Semester VII · Information Technology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2026-07-23T15:22:29Z</dcterms:created>
  <dcterms:modified xsi:type="dcterms:W3CDTF">2026-07-23T15:22:29Z</dcterms:modified>
</cp:coreProperties>
</file>