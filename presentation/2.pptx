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ExtraLight"/>
      <p:regular r:id="rId201314"/>
    </p:embeddedFont>
    <p:embeddedFont>
      <p:font typeface="Poppins Thin"/>
      <p:regular r:id="rId201315"/>
    </p:embeddedFont>
    <p:embeddedFont>
      <p:font typeface="Poppins Light"/>
      <p:regular r:id="rId201316"/>
    </p:embeddedFont>
    <p:embeddedFont>
      <p:font typeface="Poppins SemiBold"/>
      <p:regular r:id="rId201317"/>
    </p:embeddedFont>
    <p:embeddedFont>
      <p:font typeface="Poppins Bold"/>
      <p:regular r:id="rId201318"/>
    </p:embeddedFont>
    <p:embeddedFont>
      <p:font typeface="Poppins ExtraBold"/>
      <p:regular r:id="rId201319"/>
    </p:embeddedFont>
    <p:embeddedFont>
      <p:font typeface="Poppins Black"/>
      <p:regular r:id="rId201320"/>
    </p:embeddedFont>
    <p:embeddedFont>
      <p:font typeface="Poppins"/>
      <p:regular r:id="rId201321"/>
    </p:embeddedFont>
    <p:embeddedFont>
      <p:font typeface="Poppins Medium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173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791494"/>
            <a:ext cx="6296860" cy="326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Offline-First Zero-Knowledge Peer-to-Peer Finance Ecosystem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53356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 Name · Enrollment Number · Semester VII · Information Technology · College Name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573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 With Finance Today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22116"/>
            <a:ext cx="3053877" cy="2047180"/>
          </a:xfrm>
          <a:prstGeom prst="roundRect">
            <a:avLst>
              <a:gd name="adj" fmla="val 3878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5881" y="2536527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Privacy at Risk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945209"/>
            <a:ext cx="26250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Centralized databases expose user data to breaches, surveillance, and third-party exploitation.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22116"/>
            <a:ext cx="3053976" cy="2047180"/>
          </a:xfrm>
          <a:prstGeom prst="roundRect">
            <a:avLst>
              <a:gd name="adj" fmla="val 3878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8765" y="2536527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Always Online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118765" y="2945209"/>
            <a:ext cx="2625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Internet dependency makes every transaction fragile — no connectivity, no commerce.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558308"/>
            <a:ext cx="6296860" cy="1442343"/>
          </a:xfrm>
          <a:prstGeom prst="roundRect">
            <a:avLst>
              <a:gd name="adj" fmla="val 5504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5881" y="4772720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Costly Infrastructure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75881" y="5181402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Monthly POS fees and cloud hosting create barriers for small merchants and local businesses.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4665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Three Apps. One Ecosystem.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511425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70678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115469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consumer wallet. Track expenses, claim offers, pay merchants — entirely offline.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511425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70678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 Shop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3115469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merchant terminal. Inventory, billing, and analytics without a server.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40709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60246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 Radar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01114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discovery layer. Find nearby offers and merchants through encrypted peer-to-peer signals.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3421658"/>
            <a:ext cx="522691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fully offline-first stack — every layer operates locally, synchronizing peer-to-peer only when needed. No central server. No cloud dependency. Zero-knowledge by design.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659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5405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a Transaction Flows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233360" y="1306612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1576586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699716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Offer Discovery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233360" y="2057202"/>
            <a:ext cx="62968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Radar detects nearby merchant offers via encrypted peer-to-peer signals.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2596356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2866330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989461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Coupon Claim &amp; Scan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33360" y="3346946"/>
            <a:ext cx="62968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claims offer, scans barcode — all processed locally on device.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33360" y="3886101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156075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427920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Validation &amp; Invoice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233360" y="4636691"/>
            <a:ext cx="62968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 lookup, offer validation, and invoice generation happen offline.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33360" y="5175845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33360" y="5445820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5568950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Share &amp; Analyze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233360" y="5926435"/>
            <a:ext cx="62968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Invoice shared peer-to-peer; expense saved and analytics updated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19323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Technology Stack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36390"/>
            <a:ext cx="6296860" cy="10726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7954" y="1641277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67954" y="2024063"/>
            <a:ext cx="5785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 · PWA · Responsive Design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79601"/>
            <a:ext cx="6296860" cy="10726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7954" y="2884488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Database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67954" y="3267273"/>
            <a:ext cx="5785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IndexedDB · Dexie.js · Local-First Storage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22812"/>
            <a:ext cx="6296860" cy="10726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954" y="4127698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Networking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67954" y="4510484"/>
            <a:ext cx="5785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WebRTC · PeerJS · Cloudflare Workers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166023"/>
            <a:ext cx="6296860" cy="10726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7954" y="5370909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967954" y="5753695"/>
            <a:ext cx="5785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WebAuthn · AES-256-GCM · Zero-Knowledge Proofs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9163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 by Architecture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165747"/>
            <a:ext cx="6296860" cy="3400623"/>
          </a:xfrm>
          <a:prstGeom prst="roundRect">
            <a:avLst>
              <a:gd name="adj" fmla="val 233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2172097"/>
            <a:ext cx="3142080" cy="1996380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6" name="Text 3"/>
          <p:cNvSpPr/>
          <p:nvPr/>
        </p:nvSpPr>
        <p:spPr>
          <a:xfrm>
            <a:off x="856832" y="2361109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Zero-Knowledge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769791"/>
            <a:ext cx="276406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transaction data ever leaves the device unencrypted. Merchants see only what is required.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809905" y="2172097"/>
            <a:ext cx="3142080" cy="1996380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9" name="Shape 6"/>
          <p:cNvSpPr/>
          <p:nvPr/>
        </p:nvSpPr>
        <p:spPr>
          <a:xfrm>
            <a:off x="3809905" y="2172097"/>
            <a:ext cx="25399" cy="1996380"/>
          </a:xfrm>
          <a:prstGeom prst="roundRect">
            <a:avLst>
              <a:gd name="adj" fmla="val 312562"/>
            </a:avLst>
          </a:prstGeom>
          <a:solidFill>
            <a:srgbClr val="56565B"/>
          </a:solidFill>
          <a:ln/>
        </p:spPr>
      </p:sp>
      <p:sp>
        <p:nvSpPr>
          <p:cNvPr id="10" name="Text 7"/>
          <p:cNvSpPr/>
          <p:nvPr/>
        </p:nvSpPr>
        <p:spPr>
          <a:xfrm>
            <a:off x="3998912" y="2361109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Offline-First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3998912" y="2769791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 data resides in IndexedDB. No cloud breach surface. No third-party exposure.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7825" y="4168477"/>
            <a:ext cx="6284160" cy="1391543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825" y="4168477"/>
            <a:ext cx="6284160" cy="25400"/>
          </a:xfrm>
          <a:prstGeom prst="roundRect">
            <a:avLst>
              <a:gd name="adj" fmla="val 312550"/>
            </a:avLst>
          </a:prstGeom>
          <a:solidFill>
            <a:srgbClr val="56565B"/>
          </a:solidFill>
          <a:ln/>
        </p:spPr>
      </p:sp>
      <p:sp>
        <p:nvSpPr>
          <p:cNvPr id="14" name="Text 11"/>
          <p:cNvSpPr/>
          <p:nvPr/>
        </p:nvSpPr>
        <p:spPr>
          <a:xfrm>
            <a:off x="856832" y="435748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Hardware-Grade Auth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6832" y="476617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WebAuthn + Biometric Unlock + AES-256-GCM encryption — the same standard as Apple Secure Enclave.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2826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Features That Redefine Commerce</a:t>
            </a:r>
            <a:endParaRPr lang="en-US" sz="2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69157"/>
            <a:ext cx="302411" cy="3024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2122785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Expense &amp; Cash Wallet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1475" y="2431554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Real-time tracking of every rupee — offline, private, instant.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91135"/>
            <a:ext cx="302411" cy="3024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3344763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Merchant Billing &amp; QR Invoice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61475" y="3653532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Generate, share, and settle invoices without internet or hardware.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113113"/>
            <a:ext cx="302411" cy="3024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4566741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Inventory &amp; EMI Alerts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61475" y="4875510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Smart stock management with automated payment reminders.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335091"/>
            <a:ext cx="302411" cy="30241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475" y="5788720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 Sync &amp; Analytics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661475" y="6097488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Deep insights that sync silently when connectivity is restored.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46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Advantages &amp; What Comes Next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377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Advantages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15" y="2355056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345630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 Server Cost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No cloud infrastructure, no monthly fees.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3337917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328491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True Privacy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Data never leaves the device without consent.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15" y="4320778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431135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Fast Billing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Peer-to-peer transactions in milliseconds.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315" y="5303639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294213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Offline-First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Works without internet, everywhere.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332776" y="18377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Scope</a:t>
            </a:r>
            <a:endParaRPr lang="en-US" sz="1850" dirty="0"/>
          </a:p>
        </p:txBody>
      </p:sp>
      <p:sp>
        <p:nvSpPr>
          <p:cNvPr id="13" name="Shape 7"/>
          <p:cNvSpPr/>
          <p:nvPr/>
        </p:nvSpPr>
        <p:spPr>
          <a:xfrm>
            <a:off x="6332776" y="2345630"/>
            <a:ext cx="2507394" cy="1033661"/>
          </a:xfrm>
          <a:prstGeom prst="roundRect">
            <a:avLst>
              <a:gd name="adj" fmla="val 7680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547182" y="2560042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AI-Powered Spending Insights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9029176" y="2345630"/>
            <a:ext cx="2507394" cy="1033661"/>
          </a:xfrm>
          <a:prstGeom prst="roundRect">
            <a:avLst>
              <a:gd name="adj" fmla="val 7680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9243583" y="2560042"/>
            <a:ext cx="207858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Voice-Activated Billing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332776" y="3568303"/>
            <a:ext cx="2507394" cy="1033661"/>
          </a:xfrm>
          <a:prstGeom prst="roundRect">
            <a:avLst>
              <a:gd name="adj" fmla="val 7680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547182" y="3782715"/>
            <a:ext cx="207858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UPI &amp; NFC Integration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9029176" y="3568303"/>
            <a:ext cx="2507394" cy="1033661"/>
          </a:xfrm>
          <a:prstGeom prst="roundRect">
            <a:avLst>
              <a:gd name="adj" fmla="val 7680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243583" y="3782715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GST Compliance &amp; Multi-Store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087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182912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Finance. Private. Offline. Yours.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09674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new standard for peer-to-peer commerce — built for a world that demands privacy, resilience, and elegance.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961434"/>
            <a:ext cx="6296860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524668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Thank You · Questions Welcome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2026-07-23T15:28:23Z</dcterms:created>
  <dcterms:modified xsi:type="dcterms:W3CDTF">2026-07-23T15:28:23Z</dcterms:modified>
</cp:coreProperties>
</file>